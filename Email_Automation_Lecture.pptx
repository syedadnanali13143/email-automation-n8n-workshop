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393192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1155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DIGITAL MARKETING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59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Smart Email Automation</a:t>
            </a:r>
          </a:p>
          <a:p>
            <a:pPr algn="ctr">
              <a:spcAft>
                <a:spcPts val="1359"/>
              </a:spcAft>
              <a:defRPr sz="4800" b="1">
                <a:solidFill>
                  <a:srgbClr val="00D4FF"/>
                </a:solidFill>
                <a:latin typeface="Segoe UI"/>
              </a:defRPr>
            </a:pPr>
            <a:r>
              <a:t>Using AI +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Let a Robot Read, Sort &amp; Reply to Your Emails  --  100% 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5120640"/>
            <a:ext cx="292608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74520" y="530352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Automation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5120640"/>
            <a:ext cx="292608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66360" y="530352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Ollama (Local AI)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5120640"/>
            <a:ext cx="292608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53035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Email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 tools are FREE  |  No coding required  |  Runs on YOUR laptop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Your Inbox is a MESS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Every day, businesses waste hours sorting emails manually...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0" cy="6858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"I want to buy 50 red t-shirts"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59152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395728"/>
            <a:ext cx="1097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395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359152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This is a sale!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81528"/>
            <a:ext cx="6858000" cy="6858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"What sizes do you have?"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1546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3191256"/>
            <a:ext cx="1097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19125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1546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This is a question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77056"/>
            <a:ext cx="6858000" cy="6858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"Send me price list for bulk"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95020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986784"/>
            <a:ext cx="1097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98678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95020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This is a question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72584"/>
            <a:ext cx="6858000" cy="6858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45736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"Order 10 boxes, deliver to Lahore"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745736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782312"/>
            <a:ext cx="1097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47823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745736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This is a sale!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68112"/>
            <a:ext cx="6858000" cy="6858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41264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"Do you deliver to Karachi?"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541264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5577840"/>
            <a:ext cx="1097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5577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541264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This is a question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71600" y="5852160"/>
            <a:ext cx="9418320" cy="640080"/>
          </a:xfrm>
          <a:prstGeom prst="roundRect">
            <a:avLst/>
          </a:prstGeom>
          <a:solidFill>
            <a:srgbClr val="3B0F0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5897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CA5A5"/>
                </a:solidFill>
                <a:latin typeface="Segoe UI"/>
              </a:defRPr>
            </a:pPr>
            <a:r>
              <a:t>Someone reads EVERY email, decides, forwards, and replies. This takes HOURS every day!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Let a ROBOT Do It For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An AI-powered email robot that works 24/7 without getting tired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029200" cy="38404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03120" y="2148840"/>
            <a:ext cx="228600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BEFORE (Manual)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CA5A5"/>
                </a:solidFill>
                <a:latin typeface="Segoe UI"/>
              </a:defRPr>
            </a:pPr>
            <a:r>
              <a:t>  x   Read every email one by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CA5A5"/>
                </a:solidFill>
                <a:latin typeface="Segoe UI"/>
              </a:defRPr>
            </a:pPr>
            <a:r>
              <a:t>  x   Decide: Is this order or question?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210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CA5A5"/>
                </a:solidFill>
                <a:latin typeface="Segoe UI"/>
              </a:defRPr>
            </a:pPr>
            <a:r>
              <a:t>  x   Copy email, open new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599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CA5A5"/>
                </a:solidFill>
                <a:latin typeface="Segoe UI"/>
              </a:defRPr>
            </a:pPr>
            <a:r>
              <a:t>  x   Forward to correct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CA5A5"/>
                </a:solidFill>
                <a:latin typeface="Segoe UI"/>
              </a:defRPr>
            </a:pPr>
            <a:r>
              <a:t>  x   Type a reply to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CA5A5"/>
                </a:solidFill>
                <a:latin typeface="Segoe UI"/>
              </a:defRPr>
            </a:pPr>
            <a:r>
              <a:t>  x   Repeat 100+ times 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76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CA5A5"/>
                </a:solidFill>
                <a:latin typeface="Segoe UI"/>
              </a:defRPr>
            </a:pPr>
            <a:r>
              <a:t>  x   Miss emails, make mistakes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377440"/>
            <a:ext cx="5029200" cy="38404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2148840"/>
            <a:ext cx="228600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AFTER (Robot)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Segoe UI"/>
              </a:defRPr>
            </a:pPr>
            <a:r>
              <a:t>  +   Robot reads all emails instantly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82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Segoe UI"/>
              </a:defRPr>
            </a:pPr>
            <a:r>
              <a:t>  +   AI decides order vs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210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Segoe UI"/>
              </a:defRPr>
            </a:pPr>
            <a:r>
              <a:t>  +   Auto-forwards to right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599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Segoe UI"/>
              </a:defRPr>
            </a:pPr>
            <a:r>
              <a:t>  +   Auto-replies to customer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98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Segoe UI"/>
              </a:defRPr>
            </a:pPr>
            <a:r>
              <a:t>  +   Works 24/7, never tired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937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Segoe UI"/>
              </a:defRPr>
            </a:pPr>
            <a:r>
              <a:t>  +   Handles 1000+ emails/day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376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Segoe UI"/>
              </a:defRPr>
            </a:pPr>
            <a:r>
              <a:t>  +   Zero mistakes, zero delay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BASIC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What is Automation?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Think of it like a WASHING MACHINE for your emails!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4572000" cy="27432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08960" y="3017520"/>
            <a:ext cx="1097280" cy="10972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Washing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66344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You put dirty clothes in</a:t>
            </a:r>
            <a:br/>
            <a:r>
              <a:t>Machine washes automatically</a:t>
            </a:r>
            <a:br/>
            <a:r>
              <a:t>You get clean clothes 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43200"/>
            <a:ext cx="4572000" cy="27432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301752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Email Robot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Emails come in</a:t>
            </a:r>
            <a:br/>
            <a:r>
              <a:t>Robot sorts automatically</a:t>
            </a:r>
            <a:br/>
            <a:r>
              <a:t>Right people get right emails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852160"/>
            <a:ext cx="7589520" cy="594360"/>
          </a:xfrm>
          <a:prstGeom prst="roundRect">
            <a:avLst/>
          </a:prstGeom>
          <a:solidFill>
            <a:srgbClr val="0C2D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58978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EE7B7"/>
                </a:solidFill>
                <a:latin typeface="Segoe UI"/>
              </a:defRPr>
            </a:pPr>
            <a:r>
              <a:t>You set it up ONCE, and it works FOREVER automatically!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OUR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3 Free Tools = 1 Powerful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Everything runs on YOUR laptop. No subscriptions. No credit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520440" cy="3931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2651760"/>
            <a:ext cx="1097280" cy="10972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Robot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Like LEGO blocks for automation.</a:t>
            </a:r>
            <a:br/>
            <a:r>
              <a:t>You connect blocks together.</a:t>
            </a:r>
            <a:br/>
            <a:r>
              <a:t>Each block does one job.</a:t>
            </a:r>
            <a:br/>
            <a:r>
              <a:t>No coding needed!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5760720"/>
            <a:ext cx="128016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5760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377440"/>
            <a:ext cx="3520440" cy="3931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32120" y="2651760"/>
            <a:ext cx="1097280" cy="10972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862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AI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3434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Like ChatGPT on your laptop.</a:t>
            </a:r>
            <a:br/>
            <a:r>
              <a:t>Reads emails &amp; understands them.</a:t>
            </a:r>
            <a:br/>
            <a:r>
              <a:t>Decides: Order or Query?</a:t>
            </a:r>
            <a:br/>
            <a:r>
              <a:t>Works without internet!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5760720"/>
            <a:ext cx="12801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5760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77440"/>
            <a:ext cx="3520440" cy="3931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265176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862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Email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3434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Your regular email account.</a:t>
            </a:r>
            <a:br/>
            <a:r>
              <a:t>Robot watches for new emails.</a:t>
            </a:r>
            <a:br/>
            <a:r>
              <a:t>Sends auto-replies.</a:t>
            </a:r>
            <a:br/>
            <a:r>
              <a:t>Forwards to departments.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5760720"/>
            <a:ext cx="12801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5760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THE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How Our Email Robot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56032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Customer Sends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03120"/>
            <a:ext cx="256032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49039" y="196596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n8n Robot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CATCHES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103120"/>
            <a:ext cx="256032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AI (Ollama)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READS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860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103120"/>
            <a:ext cx="164592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49840" y="196596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AI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CC15"/>
                </a:solidFill>
                <a:latin typeface="Segoe UI"/>
              </a:defRPr>
            </a:pPr>
            <a:r>
              <a:t>ORDER?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840480"/>
            <a:ext cx="4572000" cy="23774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0" y="3657600"/>
            <a:ext cx="18288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YES =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2062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Step 5a:</a:t>
            </a:r>
          </a:p>
          <a:p>
            <a:pPr algn="l">
              <a:spcAft>
                <a:spcPts val="76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Forward to Order Department</a:t>
            </a:r>
          </a:p>
          <a:p>
            <a:pPr algn="l">
              <a:spcAft>
                <a:spcPts val="5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79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Step 6a:</a:t>
            </a:r>
          </a:p>
          <a:p>
            <a:pPr algn="l">
              <a:spcAft>
                <a:spcPts val="719"/>
              </a:spcAft>
              <a:defRPr sz="1600" b="0">
                <a:solidFill>
                  <a:srgbClr val="6EE7B7"/>
                </a:solidFill>
                <a:latin typeface="Segoe UI"/>
              </a:defRPr>
            </a:pPr>
            <a:r>
              <a:t>Reply: 'Thank you for your order!'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840480"/>
            <a:ext cx="5029200" cy="23774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55279" y="3657600"/>
            <a:ext cx="18288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 = 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2062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Step 5b:</a:t>
            </a:r>
          </a:p>
          <a:p>
            <a:pPr algn="l">
              <a:spcAft>
                <a:spcPts val="76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Forward to Customer Support</a:t>
            </a:r>
          </a:p>
          <a:p>
            <a:pPr algn="l">
              <a:spcAft>
                <a:spcPts val="5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79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Step 6b:</a:t>
            </a:r>
          </a:p>
          <a:p>
            <a:pPr algn="l">
              <a:spcAft>
                <a:spcPts val="719"/>
              </a:spcAft>
              <a:defRPr sz="1600" b="0">
                <a:solidFill>
                  <a:srgbClr val="FDE68A"/>
                </a:solidFill>
                <a:latin typeface="Segoe UI"/>
              </a:defRPr>
            </a:pPr>
            <a:r>
              <a:t>Reply: 'We received your query!'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TOOL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n8n = Your Robot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You build robots by connecting blocks. Like LEGO. No coding.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2103120" cy="1463040"/>
          </a:xfrm>
          <a:prstGeom prst="roundRect">
            <a:avLst/>
          </a:prstGeom>
          <a:solidFill>
            <a:srgbClr val="1A253C"/>
          </a:solidFill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When email</a:t>
            </a:r>
            <a:br/>
            <a:r>
              <a:t>arrives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560320"/>
            <a:ext cx="2103120" cy="1463040"/>
          </a:xfrm>
          <a:prstGeom prst="roundRect">
            <a:avLst/>
          </a:prstGeom>
          <a:solidFill>
            <a:srgbClr val="1A253C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63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Read email</a:t>
            </a:r>
            <a:br/>
            <a:r>
              <a:t>with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560320"/>
            <a:ext cx="2103120" cy="1463040"/>
          </a:xfrm>
          <a:prstGeom prst="roundRect">
            <a:avLst/>
          </a:prstGeom>
          <a:solidFill>
            <a:srgbClr val="1A253C"/>
          </a:solidFill>
          <a:ln w="317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697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CC15"/>
                </a:solidFill>
                <a:latin typeface="Segoe UI"/>
              </a:defRPr>
            </a:pPr>
            <a:r>
              <a:t>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063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Order or</a:t>
            </a:r>
            <a:br/>
            <a:r>
              <a:t>Query?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560320"/>
            <a:ext cx="2103120" cy="1463040"/>
          </a:xfrm>
          <a:prstGeom prst="roundRect">
            <a:avLst/>
          </a:prstGeom>
          <a:solidFill>
            <a:srgbClr val="1A253C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697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063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Forward &amp;</a:t>
            </a:r>
            <a:br/>
            <a:r>
              <a:t>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43484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Drag &amp; 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Just drag blocks onto the screen and connect them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43484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 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Everything is visual - click, fill forms, done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34924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Free Forever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23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Open source, runs on your laptop, no limits</a:t>
            </a:r>
          </a:p>
        </p:txBody>
      </p:sp>
      <p:sp>
        <p:nvSpPr>
          <p:cNvPr id="31" name="Oval 30"/>
          <p:cNvSpPr/>
          <p:nvPr/>
        </p:nvSpPr>
        <p:spPr>
          <a:xfrm>
            <a:off x="6309360" y="534924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303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Works Everywhere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623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Same blocks on laptop or cloud - learn once, use anywhere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TOOL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Ollama = ChatGPT on Your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Same AI power, but it runs on YOUR computer. Free. Private. No internet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5720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377440"/>
            <a:ext cx="45720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Ollama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CA5A5"/>
                </a:solidFill>
                <a:latin typeface="Segoe UI"/>
              </a:defRPr>
            </a:pPr>
            <a:r>
              <a:t>  x  Runs on OpenAI's servers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06324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1089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E7B7"/>
                </a:solidFill>
                <a:latin typeface="Segoe UI"/>
              </a:defRPr>
            </a:pPr>
            <a:r>
              <a:t>  +  Runs on YOUR laptop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CA5A5"/>
                </a:solidFill>
                <a:latin typeface="Segoe UI"/>
              </a:defRPr>
            </a:pPr>
            <a:r>
              <a:t>  x  Needs internet always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65760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7033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E7B7"/>
                </a:solidFill>
                <a:latin typeface="Segoe UI"/>
              </a:defRPr>
            </a:pPr>
            <a:r>
              <a:t>  +  Works without internet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5196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976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CA5A5"/>
                </a:solidFill>
                <a:latin typeface="Segoe UI"/>
              </a:defRPr>
            </a:pPr>
            <a:r>
              <a:t>  x  $20/month subscription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25196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2976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E7B7"/>
                </a:solidFill>
                <a:latin typeface="Segoe UI"/>
              </a:defRPr>
            </a:pPr>
            <a:r>
              <a:t>  +  100% FREE forever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4632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CA5A5"/>
                </a:solidFill>
                <a:latin typeface="Segoe UI"/>
              </a:defRPr>
            </a:pPr>
            <a:r>
              <a:t>  x  Your data goes to cloud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84632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892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E7B7"/>
                </a:solidFill>
                <a:latin typeface="Segoe UI"/>
              </a:defRPr>
            </a:pPr>
            <a:r>
              <a:t>  +  Your data stays private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44068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486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CA5A5"/>
                </a:solidFill>
                <a:latin typeface="Segoe UI"/>
              </a:defRPr>
            </a:pPr>
            <a:r>
              <a:t>  x  They can shut it 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440680"/>
            <a:ext cx="4572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5486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E7B7"/>
                </a:solidFill>
                <a:latin typeface="Segoe UI"/>
              </a:defRPr>
            </a:pPr>
            <a:r>
              <a:t>  +  You control everything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474720"/>
            <a:ext cx="1005840" cy="10058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6035040"/>
            <a:ext cx="7589520" cy="502920"/>
          </a:xfrm>
          <a:prstGeom prst="roundRect">
            <a:avLst/>
          </a:prstGeom>
          <a:solidFill>
            <a:srgbClr val="1A153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606247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B5FD"/>
                </a:solidFill>
                <a:latin typeface="Segoe UI"/>
              </a:defRPr>
            </a:pPr>
            <a:r>
              <a:t>Later, if you want more power, just swap Ollama with ChatGPT/Claude API. Same workflow!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 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Only 4 Words to Remember!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That's it. Just 4 words and you can build any automation.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94960" cy="1645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"/>
              </a:defRPr>
            </a:pPr>
            <a:r>
              <a:t>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1089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One block that does ONE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74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Example: "Like one worker in a factory"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5394960" cy="1645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697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1089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All blocks connected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474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Example: "The whole factory assembly line"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5394960" cy="1645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6177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292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The block that STARTS everything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Example: "The alarm clock that wakes the robot"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389120"/>
            <a:ext cx="5394960" cy="16459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46177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  <a:latin typeface="Segoe UI"/>
              </a:defRPr>
            </a:pPr>
            <a:r>
              <a:t>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0292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The line between two blocks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3949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Example: "The conveyor belt between workers"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LIVE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Watch the Robot in Action!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486400" cy="20116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54864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EXAMPLE 1: Customer sends this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Subject: Order for t-shirts</a:t>
            </a:r>
          </a:p>
          <a:p>
            <a:pPr algn="l">
              <a:spcAft>
                <a:spcPts val="51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99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"Hi, I want to order 50 red t-shirts.</a:t>
            </a:r>
          </a:p>
          <a:p>
            <a:pPr algn="l">
              <a:spcAft>
                <a:spcPts val="699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Size L. Deliver to Lahore. COD payment."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56032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5120640" cy="20116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2011680"/>
            <a:ext cx="512064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299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ROBOT DOES THIS: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060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500" b="1">
                <a:solidFill>
                  <a:srgbClr val="6EE7B7"/>
                </a:solidFill>
                <a:latin typeface="Segoe UI"/>
              </a:defRPr>
            </a:pPr>
            <a:r>
              <a:t>AI says: "ORDER"</a:t>
            </a:r>
          </a:p>
          <a:p>
            <a:pPr algn="l">
              <a:spcAft>
                <a:spcPts val="51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7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+ Forwards to orders@company.com</a:t>
            </a:r>
          </a:p>
          <a:p>
            <a:pPr algn="l">
              <a:spcAft>
                <a:spcPts val="67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+ Replies: "Thank you for your order!"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89120"/>
            <a:ext cx="5486400" cy="20116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54864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EXAMPLE 2: Customer sends this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Subject: Question about delivery</a:t>
            </a:r>
          </a:p>
          <a:p>
            <a:pPr algn="l">
              <a:spcAft>
                <a:spcPts val="51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99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"Hello, do you deliver to Karachi?</a:t>
            </a:r>
          </a:p>
          <a:p>
            <a:pPr algn="l">
              <a:spcAft>
                <a:spcPts val="699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What are your delivery charges?"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93776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389120"/>
            <a:ext cx="5120640" cy="20116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4389120"/>
            <a:ext cx="512064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4074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ROBOT DOES THIS: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9834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500" b="1">
                <a:solidFill>
                  <a:srgbClr val="FDE68A"/>
                </a:solidFill>
                <a:latin typeface="Segoe UI"/>
              </a:defRPr>
            </a:pPr>
            <a:r>
              <a:t>AI says: "QUERY"</a:t>
            </a:r>
          </a:p>
          <a:p>
            <a:pPr algn="l">
              <a:spcAft>
                <a:spcPts val="51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7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+ Forwards to support@company.com</a:t>
            </a:r>
          </a:p>
          <a:p>
            <a:pPr algn="l">
              <a:spcAft>
                <a:spcPts val="67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+ Replies: "We received your query!"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Setting Up (One Time 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657600" cy="43891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2860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Install Ollama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Go to ollama.com</a:t>
            </a:r>
            <a:br/>
            <a:r>
              <a:t>Click Download &gt; Windows</a:t>
            </a:r>
            <a:br/>
            <a:r>
              <a:t>Install (Next, Next, Done)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32918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212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Then open Terminal and type:</a:t>
            </a:r>
            <a:br/>
            <a:r>
              <a:t>ollama pull llama3.2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011680"/>
            <a:ext cx="3657600" cy="43891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23560" y="2286000"/>
            <a:ext cx="822960" cy="8229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Install Node.js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49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Go to nodejs.org</a:t>
            </a:r>
            <a:br/>
            <a:r>
              <a:t>Download LTS (green button)</a:t>
            </a:r>
            <a:br/>
            <a:r>
              <a:t>Install (Next, Next, Done)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5120640"/>
            <a:ext cx="32918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5212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This is needed to run n8n</a:t>
            </a:r>
            <a:br/>
            <a:r>
              <a:t>on your laptop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657600" cy="43891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228600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Install n8n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749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Open Terminal and type:</a:t>
            </a:r>
            <a:br/>
            <a:r>
              <a:t>npm install -g n8n</a:t>
            </a:r>
            <a:br/>
            <a:r>
              <a:t>Wait for it to finish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5120640"/>
            <a:ext cx="32918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5212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Then type:  n8n start</a:t>
            </a:r>
            <a:br/>
            <a:r>
              <a:t>Open browser: localhost:5678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DAILY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Start Your Robot Every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Just 3 simple commands every morning. That's it!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3566160" cy="3200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283464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Start AI Brain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Open Terminal, type: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6320"/>
            <a:ext cx="3017520" cy="548640"/>
          </a:xfrm>
          <a:prstGeom prst="roundRect">
            <a:avLst/>
          </a:prstGeom>
          <a:solidFill>
            <a:srgbClr val="0A0F1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Consolas"/>
              </a:defRPr>
            </a:pPr>
            <a:r>
              <a:t>ollama serve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560320"/>
            <a:ext cx="3566160" cy="3200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283464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Start Robot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Open NEW Terminal, type: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846320"/>
            <a:ext cx="3017520" cy="548640"/>
          </a:xfrm>
          <a:prstGeom prst="roundRect">
            <a:avLst/>
          </a:prstGeom>
          <a:solidFill>
            <a:srgbClr val="0A0F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onsolas"/>
              </a:defRPr>
            </a:pPr>
            <a:r>
              <a:t>n8n start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560320"/>
            <a:ext cx="3566160" cy="3200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0" y="283464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Check Robot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Open Browser, go to: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4846320"/>
            <a:ext cx="3017520" cy="548640"/>
          </a:xfrm>
          <a:prstGeom prst="roundRect">
            <a:avLst/>
          </a:prstGeom>
          <a:solidFill>
            <a:srgbClr val="0A0F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onsolas"/>
              </a:defRPr>
            </a:pPr>
            <a:r>
              <a:t>localhost:5678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6035040"/>
            <a:ext cx="7589520" cy="502920"/>
          </a:xfrm>
          <a:prstGeom prst="roundRect">
            <a:avLst/>
          </a:prstGeom>
          <a:solidFill>
            <a:srgbClr val="0C2D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606247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EE7B7"/>
                </a:solidFill>
                <a:latin typeface="Segoe UI"/>
              </a:defRPr>
            </a:pPr>
            <a:r>
              <a:t>Make sure your workflow toggle is set to ACTIVE (green) in n8n!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When You're Ready to 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What you learn today works EVERYWHERE. No need to relearn!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566160" cy="3657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37160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Free +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Ollama on laptop</a:t>
            </a:r>
            <a:br/>
            <a:r>
              <a:t>n8n on laptop</a:t>
            </a:r>
            <a:br/>
            <a:r>
              <a:t>Free forever</a:t>
            </a:r>
            <a:br/>
            <a:r>
              <a:t>Learning &amp; testing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46888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77440"/>
            <a:ext cx="3566160" cy="3657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2560320"/>
            <a:ext cx="13716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Better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57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Swap Ollama with</a:t>
            </a:r>
            <a:br/>
            <a:r>
              <a:t>ChatGPT or Claude API</a:t>
            </a:r>
            <a:br/>
            <a:r>
              <a:t>More accurate results</a:t>
            </a:r>
            <a:br/>
            <a:r>
              <a:t>Just change 1 block!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0" y="246888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$$$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377440"/>
            <a:ext cx="3566160" cy="3657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2560320"/>
            <a:ext cx="13716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LEVEL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Cloud 24/7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657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Move n8n to cloud</a:t>
            </a:r>
            <a:br/>
            <a:r>
              <a:t>Runs without laptop</a:t>
            </a:r>
            <a:br/>
            <a:r>
              <a:t>n8n.io subscription</a:t>
            </a:r>
            <a:br/>
            <a:r>
              <a:t>Same workflow!</a:t>
            </a:r>
          </a:p>
        </p:txBody>
      </p:sp>
      <p:sp>
        <p:nvSpPr>
          <p:cNvPr id="24" name="Oval 23"/>
          <p:cNvSpPr/>
          <p:nvPr/>
        </p:nvSpPr>
        <p:spPr>
          <a:xfrm>
            <a:off x="10881360" y="246888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$$$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4A3B8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4A3B8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6309360"/>
            <a:ext cx="9418320" cy="411480"/>
          </a:xfrm>
          <a:prstGeom prst="roundRect">
            <a:avLst/>
          </a:prstGeom>
          <a:solidFill>
            <a:srgbClr val="1A153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63093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4B5FD"/>
                </a:solidFill>
                <a:latin typeface="Segoe UI"/>
              </a:defRPr>
            </a:pPr>
            <a:r>
              <a:t>Your workflow is the SAME at every level. Learn once, upgrade anytime!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2860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MORE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What Else Can You Automate?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Same n8n blocks, different workflows. Sky is the limit!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651760" cy="17373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256032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Auto-Reply to</a:t>
            </a:r>
            <a:br/>
            <a:r>
              <a:t>Instagram DMs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377440"/>
            <a:ext cx="2651760" cy="17373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56032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20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Score Leads</a:t>
            </a:r>
            <a:br/>
            <a:r>
              <a:t>Hot / Warm / Cold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2651760" cy="17373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0" y="256032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Auto-Generate</a:t>
            </a:r>
            <a:br/>
            <a:r>
              <a:t>Social Media Posts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377440"/>
            <a:ext cx="2651760" cy="17373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0" y="256032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520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Auto-Add Leads</a:t>
            </a:r>
            <a:br/>
            <a:r>
              <a:t>to Google Sheets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2651760" cy="17373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0160" y="4572000"/>
            <a:ext cx="914400" cy="91440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WhatsApp</a:t>
            </a:r>
            <a:br/>
            <a:r>
              <a:t>Auto-Responder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389120"/>
            <a:ext cx="2651760" cy="17373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457200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532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Auto-Generate</a:t>
            </a:r>
            <a:br/>
            <a:r>
              <a:t>Invoices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89120"/>
            <a:ext cx="2651760" cy="17373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0" y="4572000"/>
            <a:ext cx="914400" cy="91440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32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Respond to</a:t>
            </a:r>
            <a:br/>
            <a:r>
              <a:t>Google Reviews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4389120"/>
            <a:ext cx="2651760" cy="17373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0" y="4572000"/>
            <a:ext cx="914400" cy="9144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532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Monitor</a:t>
            </a:r>
            <a:br/>
            <a:r>
              <a:t>Competitors Daily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"You don't need to be a programmer</a:t>
            </a:r>
          </a:p>
          <a:p>
            <a:pPr algn="ctr">
              <a:spcAft>
                <a:spcPts val="112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to automate your business."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Just think: What do I do again and again? Then let a robot do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320040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FREE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n8n + Ollama + Gmail</a:t>
            </a:r>
            <a:br/>
            <a:r>
              <a:t>No money needed to 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846320"/>
            <a:ext cx="320040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983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NO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394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Drag, drop, connect blocks</a:t>
            </a:r>
            <a:br/>
            <a:r>
              <a:t>Fill simple 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846320"/>
            <a:ext cx="320040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983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REAL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94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Save hours every day</a:t>
            </a:r>
            <a:br/>
            <a:r>
              <a:t>Zero mistakes, 24/7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THEORY DONE!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39"/>
              </a:spcAft>
              <a:defRPr sz="5200" b="1">
                <a:solidFill>
                  <a:srgbClr val="10B981"/>
                </a:solidFill>
                <a:latin typeface="Segoe UI"/>
              </a:defRPr>
            </a:pPr>
            <a:r>
              <a:t>Now Let's BUILD It!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959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Hands-on Practical Session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457200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45902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Install all 3 tools on your laptop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50749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50932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Build the email robot step by step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55778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5961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Test it with real emails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60807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6099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Make it run automatically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